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Доля по количеству операций: цель vs факт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Целевая доля,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vipay</c:v>
                  </c:pt>
                  <c:pt idx="1">
                    <c:v>payflow</c:v>
                  </c:pt>
                  <c:pt idx="2">
                    <c:v>quickpay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Фактическая доля по истории,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vipay</c:v>
                  </c:pt>
                  <c:pt idx="1">
                    <c:v>payflow</c:v>
                  </c:pt>
                  <c:pt idx="2">
                    <c:v>quickpay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</c:v>
                </c:pt>
                <c:pt idx="1">
                  <c:v>19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8532" y="690372"/>
            <a:ext cx="292608" cy="-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8532" y="690372"/>
            <a:ext cx="292608" cy="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640080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530352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9070848" y="74980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108692" y="69037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8692" y="69037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64008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10351008" y="53035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351008" y="74980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8828532" y="1604772"/>
            <a:ext cx="292608" cy="-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8532" y="1604772"/>
            <a:ext cx="292608" cy="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554480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0848" y="1444752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166420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08692" y="160477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8692" y="160477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155448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51008" y="144475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51008" y="166420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УМНЫЙ РОУТИНГ ВЫПЛАТ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Квантово-оптимизированная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маршрутизация платежей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262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Hard-constraints → взвешенные soft-goals → QAOA-ранжирование (Qiskit) → каскад попыток → self-provider fallback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проекта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простой каскад провайдеров не работает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Лимиты и запреты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461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провайдера свои дневные лимиты, банки-исключения, ограничения по сумме и допустимой марже — статичный приоритет их игнорирует.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5112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9432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Дрейф конверсии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2461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«Текущая» conversion_24h провайдера может разойтись с реальной историей на десятки процентных пунктов — и об этом никто не узнает без анализа.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7590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Конкурирующие цели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32461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одновременно держать целевые доли по количеству и объёму, приоритет каскада и оборотные обязательства — вручную не сбалансировать.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 одного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86000"/>
            <a:ext cx="2212848" cy="2651760"/>
          </a:xfrm>
          <a:prstGeom prst="roundRect">
            <a:avLst>
              <a:gd name="adj" fmla="val 3306"/>
            </a:avLst>
          </a:prstGeom>
          <a:solidFill>
            <a:srgbClr val="EEF3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5059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Hard-constraints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5760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жёстких проверок исключают недопустимых кандидатов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52928" y="2286000"/>
            <a:ext cx="2212848" cy="2651760"/>
          </a:xfrm>
          <a:prstGeom prst="roundRect">
            <a:avLst>
              <a:gd name="adj" fmla="val 3306"/>
            </a:avLst>
          </a:prstGeom>
          <a:solidFill>
            <a:srgbClr val="EEF3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52928" y="245059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Soft-goals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365760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взвешенных бизнес-целей формируют cost для каждого кандидата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57216" y="2286000"/>
            <a:ext cx="2212848" cy="2651760"/>
          </a:xfrm>
          <a:prstGeom prst="roundRect">
            <a:avLst>
              <a:gd name="adj" fmla="val 33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57216" y="245059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QAOA-ранжирование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94376" y="365760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Квантовый решатель (или classical fallback) сортирует кандидатов по cost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61504" y="2286000"/>
            <a:ext cx="2212848" cy="2651760"/>
          </a:xfrm>
          <a:prstGeom prst="roundRect">
            <a:avLst>
              <a:gd name="adj" fmla="val 3306"/>
            </a:avLst>
          </a:prstGeom>
          <a:solidFill>
            <a:srgbClr val="EEF3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61504" y="245059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598664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Каскад попыток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598664" y="365760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Пробуем кандидатов по порядку, пока один не approved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65792" y="2286000"/>
            <a:ext cx="2212848" cy="2651760"/>
          </a:xfrm>
          <a:prstGeom prst="roundRect">
            <a:avLst>
              <a:gd name="adj" fmla="val 3306"/>
            </a:avLst>
          </a:prstGeom>
          <a:solidFill>
            <a:srgbClr val="EEF3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65792" y="245059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902952" y="29718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Self-provider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902952" y="365760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все отказали — гарантированный fallback на spacepayments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60904" y="34564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3472" y="337413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65192" y="34564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37413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69480" y="34564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42048" y="337413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573768" y="34564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46336" y="337413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257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 логируется с полным набором attempts и честной причиной выбора (reason).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Hard-constraints: жёсткая фильтрация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на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каждого кандидата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965960"/>
            <a:ext cx="85039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202082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трафик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02082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provider.status, traffic_percentage =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624328"/>
            <a:ext cx="8503920" cy="658368"/>
          </a:xfrm>
          <a:prstGeom prst="rect">
            <a:avLst/>
          </a:prstGeom>
          <a:solidFill>
            <a:srgbClr val="EEF3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26791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суммы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791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limit_amount_min / limit_amount_max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282696"/>
            <a:ext cx="85039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00400" y="3337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Дневные и in-progress лимиты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337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daily_amount_limit, in_progress_count/amount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941064"/>
            <a:ext cx="8503920" cy="658368"/>
          </a:xfrm>
          <a:prstGeom prst="rect">
            <a:avLst/>
          </a:prstGeom>
          <a:solidFill>
            <a:srgbClr val="EEF3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00400" y="3995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и маржа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allow/deny-список banks, provider_margin_pct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4599432"/>
            <a:ext cx="85039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00400" y="465429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 и rate-limit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6542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available_requisites, requests_per_minute_limit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проверки идентичен официальному validate-скрипту организаторов — сверено автотестом.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Soft-goals: 6 взвешенных стратегий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659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0756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traffic_share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целевую долю по количеству операций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9659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20756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volume_share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целевую долю по объёму (сумме)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19659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28432" y="20756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priority_cascade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28432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Порядковый приоритет — строгий каскад при изоляции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721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114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Штрафует низкую текущую конверсию провайдера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60520" y="36118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16552" y="3721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turnover_obligation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4114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оборот: недобор и переизбыток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0" y="361188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28432" y="3721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amount_fit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4114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сумма близка к границам диапазона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включение каждой стратегии настраиваются в config/routing_config.json — стратегии комбинируются произвольно.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QUBO к QAOA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2860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из soft-goals + штраф за нарушение one-hot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07208" y="22860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9864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017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→ zᵢ; гамильтониан h·Z + J·ZZ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0056" y="22860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149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QAOA, p=2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3017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 и mixer-слои, StatevectorEstimator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32904" y="22860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24344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COBYLA ×5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70064" y="3017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рестарты, лучший по energy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45752" y="22860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7192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Измерение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3017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или реальный IBM QPU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200400"/>
            <a:ext cx="274320" cy="27432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78608" y="3118104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18888" y="3200400"/>
            <a:ext cx="274320" cy="27432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91456" y="3118104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31736" y="3200400"/>
            <a:ext cx="274320" cy="27432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04304" y="3118104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44584" y="3200400"/>
            <a:ext cx="274320" cy="27432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7152" y="3118104"/>
            <a:ext cx="329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объяснимость: energies, best_expectation, n_qubits, а на реальном железе — backend_name и job_id в meta каждого решения.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Квантовый шаг никогда не блокирует роутинг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9659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 + обработка ошибок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4231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Python/Qiskit недоступен, упал или не сошёлся — мгновенный переход на classical argmin по той же cost-функции.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3832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Честный reason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4048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quantum_optimal vs classical_fallback_optimal — в логе всегда видно, кто реально принял решение.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8006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Multi-restart COBYLA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25780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случайных стартов вместо одного — меньше шанс попасть в слабый локальный минимум QAOA.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Калибровка по 100 историческим операциям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74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43,6 п.п.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conversion_24h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реального approval-rate у payflow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заявлено · 47,4% по факту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31920" y="1783080"/>
          <a:ext cx="7680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bin/analyze_history.rb пересчитывает эти цифры из data/operations_history.csv на каждом запуске.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официальным скриптом организаторов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в очереди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пройдено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1540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детерминированных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кейса совпали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независимая кросс-проверка: параллельная переисполненная реализация hard-constraints/soft-goals дала идентичный selected_provider по всем 10 операциям.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Прогон на реальном IBM QPU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не ограничен симулятором: backend: "qpu" в конфиге переключает финальное сэмплирование QAOA на реальный процессор через Qiskit Runtime, без единой другой правки кода.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least_busy(simulator=False) сам выбирает наименее загруженный процессор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generate_preset_pass_manager транспилирует схему под топологию железа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job_id и backend_name сохраняются в meta решения для аудита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(пример структуры ответа)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56032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"n_qubits": 3,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"p": 2, "shots": 4096,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"restarts": 5,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"optimizer": "COBYLA",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"best_expectation": -1.842,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"sampled_on": "qpu",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"backend_name": "ibm_*",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"job_id": "d2***",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"fallback_classical": false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26012" y="50749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6012" y="50749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457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768328" y="34747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1768328" y="56692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EF3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Hard-constraints 1:1 с validate-скриптом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6 комбинируемых soft-goals стратегий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40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QAOA + classical fallback + multi-restart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34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Честная explainability (reason, meta)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Аналитика по истории с находками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517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Калибровать веса soft-goals по historical_analysis.json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46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Перенести priority/note в provider_overrides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840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Регулярный прогон на QPU для мониторинга дрейфа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434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Автоматический alert при расхождении conversion_24h &gt; X п.п.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роутинг выплат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492" y="4256532"/>
            <a:ext cx="292608" cy="-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9492" y="4256532"/>
            <a:ext cx="292608" cy="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206240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321808" y="4096512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5321808" y="431596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6176772" y="4256532"/>
            <a:ext cx="292608" cy="-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6772" y="4256532"/>
            <a:ext cx="292608" cy="109728"/>
          </a:xfrm>
          <a:prstGeom prst="line">
            <a:avLst/>
          </a:prstGeom>
          <a:noFill/>
          <a:ln w="15875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420624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4096512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6419088" y="4315968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7274052" y="4256532"/>
            <a:ext cx="292608" cy="-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4052" y="4256532"/>
            <a:ext cx="292608" cy="10972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4206240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516368" y="4096512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516368" y="431596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— quantum-routing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Quantum Routing Team</dc:creator>
  <cp:lastModifiedBy>Quantum Routing Team</cp:lastModifiedBy>
  <cp:revision>1</cp:revision>
  <dcterms:created xsi:type="dcterms:W3CDTF">2026-09-06T09:41:39Z</dcterms:created>
  <dcterms:modified xsi:type="dcterms:W3CDTF">2026-09-06T09:41:39Z</dcterms:modified>
</cp:coreProperties>
</file>